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98089"/>
            <a:ext cx="7772400" cy="2902361"/>
          </a:xfrm>
        </p:spPr>
        <p:txBody>
          <a:bodyPr/>
          <a:lstStyle/>
          <a:p>
            <a:r>
              <a:rPr lang="en-IN" dirty="0"/>
              <a:t>Programming for IoT Boards Project</a:t>
            </a:r>
            <a:br>
              <a:rPr lang="en-IN" dirty="0"/>
            </a:br>
            <a:r>
              <a:rPr dirty="0"/>
              <a:t>IoT-Based Smart Door-Lock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Shreyas Sundar 22BCT0052</a:t>
            </a:r>
          </a:p>
          <a:p>
            <a:r>
              <a:rPr lang="en-IN" dirty="0"/>
              <a:t>Syed Furqaan Lateef 22BCT0116</a:t>
            </a:r>
          </a:p>
          <a:p>
            <a:r>
              <a:rPr lang="en-IN" dirty="0"/>
              <a:t>Arjun Sreedhar 22BCT0303</a:t>
            </a:r>
          </a:p>
          <a:p>
            <a:r>
              <a:rPr lang="en-IN" dirty="0"/>
              <a:t>Nihal J 22BCT0184</a:t>
            </a:r>
          </a:p>
          <a:p>
            <a:r>
              <a:rPr lang="en-IN" dirty="0" err="1"/>
              <a:t>Deerendra</a:t>
            </a:r>
            <a:r>
              <a:rPr lang="en-IN" dirty="0"/>
              <a:t> Saravanan 22BCT0244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first implementation uses an ESP32 microcontroller and its built-in </a:t>
            </a:r>
            <a:r>
              <a:rPr lang="en-US" sz="2800" dirty="0" err="1"/>
              <a:t>WiFi</a:t>
            </a:r>
            <a:r>
              <a:rPr lang="en-US" sz="2800" dirty="0"/>
              <a:t> capabilities for IoT integration. This model includes a keypad for entering a PIN, a PIR sensor for motion-triggered activation, and supports a One-Time Password.</a:t>
            </a:r>
          </a:p>
          <a:p>
            <a:r>
              <a:rPr lang="en-US" sz="2800" dirty="0"/>
              <a:t>The second implementation targets ongoing, offline security using an Arduino Uno, an RFID-RC522 module for tag-based authentication, and onboard EEPROM for safely storing authorized user credentials, like RFID UIDs and PINs. 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Aim: Design &amp; simulate two smart lock models</a:t>
            </a:r>
          </a:p>
          <a:p>
            <a:r>
              <a:t>ESP32 WiFi model with PIR &amp; OTP</a:t>
            </a:r>
          </a:p>
          <a:p>
            <a:r>
              <a:t>Arduino model with RFID &amp; EEPROM</a:t>
            </a:r>
          </a:p>
          <a:p>
            <a:r>
              <a:t>Need for modern secure access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Existing: Mechanical locks (limitations)</a:t>
            </a:r>
          </a:p>
          <a:p>
            <a:r>
              <a:t>Literature: BLE, Biometric, RFID, Keypad</a:t>
            </a:r>
          </a:p>
          <a:p>
            <a:r>
              <a:t>Proposed: Multi-factor smart lock</a:t>
            </a:r>
          </a:p>
          <a:p>
            <a:r>
              <a:t>Improved security &amp; convenience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Two architectures: ESP32 and Arduino</a:t>
            </a:r>
          </a:p>
          <a:p>
            <a:r>
              <a:t>Common components: Keypad, LCD, Servo</a:t>
            </a:r>
          </a:p>
          <a:p>
            <a:r>
              <a:t>ESP32: WiFi + PIR + OTP</a:t>
            </a:r>
          </a:p>
          <a:p>
            <a:r>
              <a:t>Arduino: RFID + EEPROM persistent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&amp;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ESP32: PIR → PIN/OTP → Unlock</a:t>
            </a:r>
          </a:p>
          <a:p>
            <a:r>
              <a:t>Arduino: RFID/PIN verification → Unlock</a:t>
            </a:r>
          </a:p>
          <a:p>
            <a:r>
              <a:t>EEPROM used for persistent credentials</a:t>
            </a:r>
          </a:p>
          <a:p>
            <a:r>
              <a:t>State transitions and lock-reset logic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Both systems validated in </a:t>
            </a:r>
            <a:r>
              <a:rPr dirty="0" err="1"/>
              <a:t>Wokwi</a:t>
            </a:r>
            <a:endParaRPr dirty="0"/>
          </a:p>
          <a:p>
            <a:r>
              <a:rPr dirty="0"/>
              <a:t>ESP32: IoT-enabled, dynamic OTP</a:t>
            </a:r>
          </a:p>
          <a:p>
            <a:r>
              <a:rPr dirty="0"/>
              <a:t>Arduino: Stable offline mode with RFID</a:t>
            </a:r>
          </a:p>
          <a:p>
            <a:r>
              <a:rPr dirty="0"/>
              <a:t>Future scope: Mobile app, biometrics, cloud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9DE6F-2442-5563-78BC-DE10BB77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97" y="102574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Implementation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3ACA04-9BBC-E018-309C-C72A0F69F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8296" y="1246238"/>
            <a:ext cx="5866841" cy="561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34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5FDB3-A96F-2AFD-DAB8-AD241DEAD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45" y="105198"/>
            <a:ext cx="8229600" cy="1143000"/>
          </a:xfrm>
        </p:spPr>
        <p:txBody>
          <a:bodyPr/>
          <a:lstStyle/>
          <a:p>
            <a:r>
              <a:rPr lang="en-IN" dirty="0"/>
              <a:t>Implementation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B4BF1C-8E28-2BB9-E376-42CFB72BC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225" y="1147916"/>
            <a:ext cx="4353710" cy="563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67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– ESP32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PIN &amp; OTP verification logic</a:t>
            </a:r>
          </a:p>
          <a:p>
            <a:r>
              <a:t>Volatile memory for simulation</a:t>
            </a:r>
          </a:p>
          <a:p>
            <a:r>
              <a:t>Blynk integration for notifications</a:t>
            </a:r>
          </a:p>
          <a:p>
            <a:r>
              <a:t>PIR-triggered wake-up 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– Arduino EEPROM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Uses internal EEPROM for PIN &amp; RFID UIDs</a:t>
            </a:r>
          </a:p>
          <a:p>
            <a:r>
              <a:t>RFID read/compare logic</a:t>
            </a:r>
          </a:p>
          <a:p>
            <a:r>
              <a:t>Offline authentication flow</a:t>
            </a:r>
          </a:p>
          <a:p>
            <a:r>
              <a:t>Long-term storage across reboots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298</Words>
  <Application>Microsoft Office PowerPoint</Application>
  <PresentationFormat>On-screen Show (4:3)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Programming for IoT Boards Project IoT-Based Smart Door-Lock System</vt:lpstr>
      <vt:lpstr>Abstract</vt:lpstr>
      <vt:lpstr>Introduction</vt:lpstr>
      <vt:lpstr>System Analysis</vt:lpstr>
      <vt:lpstr>System Design &amp; Implementation</vt:lpstr>
      <vt:lpstr>Algorithms &amp; Flow</vt:lpstr>
      <vt:lpstr>Results &amp; Conclusion</vt:lpstr>
      <vt:lpstr>Implementation 1</vt:lpstr>
      <vt:lpstr>Implementation 2</vt:lpstr>
      <vt:lpstr>Appendix – ESP32</vt:lpstr>
      <vt:lpstr>Appendix – Arduino EEPROM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Shreyas Sundar</cp:lastModifiedBy>
  <cp:revision>6</cp:revision>
  <dcterms:created xsi:type="dcterms:W3CDTF">2013-01-27T09:14:16Z</dcterms:created>
  <dcterms:modified xsi:type="dcterms:W3CDTF">2025-11-07T10:54:00Z</dcterms:modified>
  <cp:category/>
</cp:coreProperties>
</file>